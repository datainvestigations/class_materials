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4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8"/>
    <p:restoredTop sz="88095"/>
  </p:normalViewPr>
  <p:slideViewPr>
    <p:cSldViewPr snapToGrid="0" snapToObjects="1">
      <p:cViewPr varScale="1">
        <p:scale>
          <a:sx n="105" d="100"/>
          <a:sy n="105" d="100"/>
        </p:scale>
        <p:origin x="7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9605B2-07B6-F24E-BCB2-4D6B5879649B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E2B39-279B-714F-8AB4-AD40F71DA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002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E2B39-279B-714F-8AB4-AD40F71DA9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719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E2B39-279B-714F-8AB4-AD40F71DA9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10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WINNER (Tyler)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E2B39-279B-714F-8AB4-AD40F71DA9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221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WINNER (MAYA)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E2B39-279B-714F-8AB4-AD40F71DA9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277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WINNER (Ayesha)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E2B39-279B-714F-8AB4-AD40F71DA9F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950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E2B39-279B-714F-8AB4-AD40F71DA9F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669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274F4-1D64-C84C-A673-90EC679E64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C0BA41-85C6-854A-A589-7F4D05EE7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58460-26FF-B342-8AAD-5B63D8911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B676-69E9-EA43-8FA9-58C463E16B12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88DD5-0879-B249-BCB2-219CA73EE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255FE-D23A-524C-B476-F02D3B211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3CD2-65C2-7C48-B70C-3100CD9D9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396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7A87-3A40-FD43-A3C7-CD4226C5C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623DE-A7E8-5A48-840B-2159138F5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4E266-0FD1-E84E-A7B0-2123C384A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B676-69E9-EA43-8FA9-58C463E16B12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B41C1-1637-D843-A472-606487BB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2BD1A-8F7B-D44E-BCE6-731E287E5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3CD2-65C2-7C48-B70C-3100CD9D9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40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371D6-51F2-4B42-8279-3EE64DAB0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85E5D-4A9F-4640-8E1C-A03A866CC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5DB35-EDDC-9B4C-AD5F-6C015B34F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B676-69E9-EA43-8FA9-58C463E16B12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37B0A-E729-C642-8B6A-7AC04489C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327B1-94B1-BD4D-9D82-9D198BEBF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3CD2-65C2-7C48-B70C-3100CD9D9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438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61C08-54A1-3D46-BF62-FD9FC389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3FE53-5CF2-AD4F-A9D0-2DA62F706A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3E1A6-BF83-A344-8C12-805870A21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7A49F-C5E1-8740-9AB1-0F3413E2F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B676-69E9-EA43-8FA9-58C463E16B12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52B66-B18C-E746-A921-23C061F0E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B772F-7440-014D-B09C-1E6183B3D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3CD2-65C2-7C48-B70C-3100CD9D9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526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727ED-A8F1-C64A-A81B-6D249019D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2657F-7854-8945-A056-FB59DAB8C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E2105-A8BB-9249-AA4B-4999AC3AC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529E15-1C76-1F44-A880-74803B915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FC09D7-295D-D342-982D-811D3DFE68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901E11-2173-7B4F-A7FA-84463EE9A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B676-69E9-EA43-8FA9-58C463E16B12}" type="datetimeFigureOut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927567-E067-AF40-BA57-63DBFF2A4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00BFD0-D3AD-C64C-873A-34B3D4EAD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3CD2-65C2-7C48-B70C-3100CD9D9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016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BECE9-5491-3942-A5AE-292085DCB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EFA5D4-2A52-FD4D-8A34-F2A6C9CEE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B676-69E9-EA43-8FA9-58C463E16B12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BEF5F6-7095-8541-BCB4-65358BEBB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F929BE-16CE-3746-8115-FD1E50B1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3CD2-65C2-7C48-B70C-3100CD9D9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261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2A27BD-27F9-FE45-A472-364AD35E9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B676-69E9-EA43-8FA9-58C463E16B12}" type="datetimeFigureOut">
              <a:rPr lang="en-US" smtClean="0"/>
              <a:t>5/5/26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5AD9E1-3923-3146-BD7A-AC5E70E58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3E796-E452-BA44-8E7B-E59D88F22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3CD2-65C2-7C48-B70C-3100CD9D9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857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E5291-0900-D847-A7F5-02562D584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CBA40-AF37-374E-A64A-B6FE92DC3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4A5AA8-E593-F34D-8E98-68CA26C15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7E622-B801-A24B-8EFD-6569149DC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B676-69E9-EA43-8FA9-58C463E16B12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1393F-4F1F-B549-8271-44A552663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739F34-B1B1-344D-806E-D365DD1C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3CD2-65C2-7C48-B70C-3100CD9D9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54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68C26-2049-EB42-90BF-88F22FDF8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7B74D4-00AD-BD4A-9D42-86544CE74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D2C1D3-AC09-1542-8B70-26D1723C5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8C6FF-1A9F-304D-BE97-57D62E644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B676-69E9-EA43-8FA9-58C463E16B12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78810-1016-314E-A794-E08D96AB1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22BF4-92B6-F144-9C2A-45F9140A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3CD2-65C2-7C48-B70C-3100CD9D9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076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0517C-7140-F44B-AE0D-2208AD53B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845EB6-05DA-FB4B-963E-3600F720C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2AB27-3A49-294B-A6CB-034A407F5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B676-69E9-EA43-8FA9-58C463E16B12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E38C5-6571-7344-AD5D-841BA999C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1EB6A-03EF-804A-A2BE-098C11AD8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3CD2-65C2-7C48-B70C-3100CD9D9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324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CDF53C-F183-2940-A1E2-8D3C81C8DE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190888-8847-C644-8D37-6EBD16518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7389F-DD07-794C-B8F4-45A1763CD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B676-69E9-EA43-8FA9-58C463E16B12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ECB41-ABC1-7E4D-AA83-5164B57EE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11EC3-C763-C14A-93A3-D09FD2809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3CD2-65C2-7C48-B70C-3100CD9D9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962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63ABAF-6892-F24B-AE89-494A48897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D10BF-222D-5E4C-AABF-724F06A5C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723EA-156D-BA47-995E-D90564A536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7B676-69E9-EA43-8FA9-58C463E16B12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99C40-7B33-C14A-AEE2-1A24AA28F9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5BB41-6296-A440-B889-1FF46BA1FD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43CD2-65C2-7C48-B70C-3100CD9D9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07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A3269-FF68-5F4C-95F6-D7F298CD78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Last day of class!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1D8D28-3FF1-4849-A44A-862B2D72B5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32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56C59-27B2-2649-A08D-1495A727D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DDA62-DD58-AE4B-9C14-AF0D890B9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project due Thurs!</a:t>
            </a:r>
          </a:p>
          <a:p>
            <a:endParaRPr lang="en-US" dirty="0"/>
          </a:p>
          <a:p>
            <a:r>
              <a:rPr lang="en-US" dirty="0"/>
              <a:t>Please complete the SPOT scores (6/8!) One more for + points.</a:t>
            </a:r>
          </a:p>
          <a:p>
            <a:endParaRPr lang="en-US" dirty="0"/>
          </a:p>
          <a:p>
            <a:r>
              <a:rPr lang="en-US" dirty="0"/>
              <a:t>Bad </a:t>
            </a:r>
            <a:r>
              <a:rPr lang="en-US" dirty="0" err="1"/>
              <a:t>ggplots</a:t>
            </a:r>
            <a:r>
              <a:rPr lang="en-US" dirty="0"/>
              <a:t> today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504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8854E-3BDC-B949-852D-A0F4A4743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do we do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5EEED-E813-0943-A641-5B309ECBB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Failure is central to academia and laughing and acknowledging our failures along the way helps us grow (and detoxifies success culture)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56C4C0-EEC7-2640-BE42-C4BEDD202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038" y="3066753"/>
            <a:ext cx="5529263" cy="311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809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69EB6-ABC3-A14F-B60A-89F73BF83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/>
              <a:t>Ways to grow from (or at least not be devastated by) failure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BC8D9-64F6-244A-810B-E4AA9B18F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Be honest</a:t>
            </a:r>
          </a:p>
          <a:p>
            <a:endParaRPr lang="en-US" dirty="0"/>
          </a:p>
          <a:p>
            <a:r>
              <a:rPr lang="en-US" dirty="0"/>
              <a:t>Be thankful</a:t>
            </a:r>
          </a:p>
          <a:p>
            <a:endParaRPr lang="en-US" dirty="0"/>
          </a:p>
          <a:p>
            <a:r>
              <a:rPr lang="en-US" dirty="0"/>
              <a:t>Take Responsibility</a:t>
            </a:r>
          </a:p>
          <a:p>
            <a:endParaRPr lang="en-US" dirty="0"/>
          </a:p>
          <a:p>
            <a:r>
              <a:rPr lang="en-US" dirty="0"/>
              <a:t>Learn from it</a:t>
            </a:r>
          </a:p>
          <a:p>
            <a:endParaRPr lang="en-US" dirty="0"/>
          </a:p>
          <a:p>
            <a:r>
              <a:rPr lang="en-US" dirty="0"/>
              <a:t>Move 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F6828E-D59E-954B-A16C-467272418962}"/>
              </a:ext>
            </a:extLst>
          </p:cNvPr>
          <p:cNvSpPr txBox="1"/>
          <p:nvPr/>
        </p:nvSpPr>
        <p:spPr>
          <a:xfrm>
            <a:off x="4457700" y="6386513"/>
            <a:ext cx="741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From: McCardle ‘The Up Side of Down: Why Failing Well is the Key to Success’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89CE5B-F47F-6A4B-A97E-F827FC59E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16075"/>
            <a:ext cx="4152629" cy="440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685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C87FA-D3AB-3D48-941E-5DF60581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0A44FE-2016-825B-8270-D6CEA68242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99742" y="1825625"/>
            <a:ext cx="5392515" cy="4351338"/>
          </a:xfrm>
        </p:spPr>
      </p:pic>
    </p:spTree>
    <p:extLst>
      <p:ext uri="{BB962C8B-B14F-4D97-AF65-F5344CB8AC3E}">
        <p14:creationId xmlns:p14="http://schemas.microsoft.com/office/powerpoint/2010/main" val="3476415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7F898-771A-304D-9348-02777B158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E72C12-1071-6A91-0966-722DF51488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11403" y="1825625"/>
            <a:ext cx="6569194" cy="4351338"/>
          </a:xfrm>
        </p:spPr>
      </p:pic>
    </p:spTree>
    <p:extLst>
      <p:ext uri="{BB962C8B-B14F-4D97-AF65-F5344CB8AC3E}">
        <p14:creationId xmlns:p14="http://schemas.microsoft.com/office/powerpoint/2010/main" val="3466054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F5591-9318-314B-9B2B-D0B99EC3A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95203B-0F5A-74FD-B8C4-DB3177713B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68548" y="1032319"/>
            <a:ext cx="5226812" cy="5161883"/>
          </a:xfrm>
        </p:spPr>
      </p:pic>
    </p:spTree>
    <p:extLst>
      <p:ext uri="{BB962C8B-B14F-4D97-AF65-F5344CB8AC3E}">
        <p14:creationId xmlns:p14="http://schemas.microsoft.com/office/powerpoint/2010/main" val="2039936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1B495-D5D7-4645-9485-3C6A1729C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#4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11F9516-1B3E-BFCB-D595-BE8A5836C6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1595" y="1155064"/>
            <a:ext cx="6190613" cy="4937063"/>
          </a:xfrm>
        </p:spPr>
      </p:pic>
    </p:spTree>
    <p:extLst>
      <p:ext uri="{BB962C8B-B14F-4D97-AF65-F5344CB8AC3E}">
        <p14:creationId xmlns:p14="http://schemas.microsoft.com/office/powerpoint/2010/main" val="3049994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442B7-D780-F34D-BB48-9EC7D1745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#5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DADCCE9-54F1-3D8F-9676-B9B9493D49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37010" y="1118488"/>
            <a:ext cx="7852453" cy="4904359"/>
          </a:xfrm>
        </p:spPr>
      </p:pic>
    </p:spTree>
    <p:extLst>
      <p:ext uri="{BB962C8B-B14F-4D97-AF65-F5344CB8AC3E}">
        <p14:creationId xmlns:p14="http://schemas.microsoft.com/office/powerpoint/2010/main" val="3106623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D20E9-623E-4841-BF29-B7B9BDB67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#6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BF64BC0-8755-AADB-54E7-D57AFBC4CF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22653" y="1235170"/>
            <a:ext cx="10180851" cy="4933982"/>
          </a:xfrm>
        </p:spPr>
      </p:pic>
    </p:spTree>
    <p:extLst>
      <p:ext uri="{BB962C8B-B14F-4D97-AF65-F5344CB8AC3E}">
        <p14:creationId xmlns:p14="http://schemas.microsoft.com/office/powerpoint/2010/main" val="1053217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C2A01-2384-E24C-BE6D-EAA29B454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#7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65382B9-D614-FD5F-BA10-0AF750374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8095" y="771873"/>
            <a:ext cx="6728785" cy="5613587"/>
          </a:xfrm>
        </p:spPr>
      </p:pic>
    </p:spTree>
    <p:extLst>
      <p:ext uri="{BB962C8B-B14F-4D97-AF65-F5344CB8AC3E}">
        <p14:creationId xmlns:p14="http://schemas.microsoft.com/office/powerpoint/2010/main" val="2252105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88C92-B902-4846-AD68-05DDD611C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#8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300D047-1109-B710-A910-499B6836F0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5210" y="1337945"/>
            <a:ext cx="6710982" cy="4706696"/>
          </a:xfrm>
        </p:spPr>
      </p:pic>
    </p:spTree>
    <p:extLst>
      <p:ext uri="{BB962C8B-B14F-4D97-AF65-F5344CB8AC3E}">
        <p14:creationId xmlns:p14="http://schemas.microsoft.com/office/powerpoint/2010/main" val="743032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AF470-D2A4-AC4E-B4E1-4AAD35B63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from my grad students…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B2105C0-4DCD-EA49-9841-DED198A6E0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0897" y="1690688"/>
            <a:ext cx="7789359" cy="5088081"/>
          </a:xfrm>
        </p:spPr>
      </p:pic>
    </p:spTree>
    <p:extLst>
      <p:ext uri="{BB962C8B-B14F-4D97-AF65-F5344CB8AC3E}">
        <p14:creationId xmlns:p14="http://schemas.microsoft.com/office/powerpoint/2010/main" val="781482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AF7F5-3307-C349-8ACB-245B78168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(Mine – don’t vote!)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9582167-24ED-4A46-A029-DDA2F64ECC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1734" y="1596558"/>
            <a:ext cx="8558372" cy="509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07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B29D-BB87-0B49-96A8-63FF86B43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Vote at: </a:t>
            </a:r>
            <a:r>
              <a:rPr lang="en-US" dirty="0" err="1"/>
              <a:t>PollEv.com</a:t>
            </a:r>
            <a:r>
              <a:rPr lang="en-US" dirty="0"/>
              <a:t>/katelangwig411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1591D-3BFA-924A-A364-4C14CF1A0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493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156</Words>
  <Application>Microsoft Macintosh PowerPoint</Application>
  <PresentationFormat>Widescreen</PresentationFormat>
  <Paragraphs>40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Last day of class!</vt:lpstr>
      <vt:lpstr>Announcements</vt:lpstr>
      <vt:lpstr>Why do we do this?</vt:lpstr>
      <vt:lpstr>Ways to grow from (or at least not be devastated by) failure</vt:lpstr>
      <vt:lpstr>#1</vt:lpstr>
      <vt:lpstr>#2</vt:lpstr>
      <vt:lpstr>#3</vt:lpstr>
      <vt:lpstr>#4</vt:lpstr>
      <vt:lpstr>#5</vt:lpstr>
      <vt:lpstr>#6</vt:lpstr>
      <vt:lpstr>#7</vt:lpstr>
      <vt:lpstr>#8</vt:lpstr>
      <vt:lpstr>One from my grad students…</vt:lpstr>
      <vt:lpstr>(Mine – don’t vote!)</vt:lpstr>
      <vt:lpstr>Vote at: PollEv.com/katelangwig411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Last day of class!</dc:title>
  <dc:creator>Kate Langwig</dc:creator>
  <cp:lastModifiedBy>Kate Langwig</cp:lastModifiedBy>
  <cp:revision>9</cp:revision>
  <dcterms:created xsi:type="dcterms:W3CDTF">2022-05-03T15:03:41Z</dcterms:created>
  <dcterms:modified xsi:type="dcterms:W3CDTF">2026-05-05T16:51:35Z</dcterms:modified>
</cp:coreProperties>
</file>