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/>
    <p:restoredTop sz="88023"/>
  </p:normalViewPr>
  <p:slideViewPr>
    <p:cSldViewPr snapToGrid="0" snapToObjects="1">
      <p:cViewPr varScale="1">
        <p:scale>
          <a:sx n="105" d="100"/>
          <a:sy n="105" d="100"/>
        </p:scale>
        <p:origin x="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06F9D-C771-424C-B7EB-7E8116EDAD2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3F4D5-157F-B94A-A7B7-E426B8221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79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0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2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2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1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2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9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9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0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08DA6-A8C4-0140-9A74-6D7CB1FD260D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F0DC-BD99-E44F-A12B-5CD6EEB4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5B71-35C9-204C-957D-16017D158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Tuesday: Recorded lecture! </a:t>
            </a:r>
            <a:r>
              <a:rPr lang="en-US" u="sng" dirty="0"/>
              <a:t>No in-person class</a:t>
            </a:r>
            <a:r>
              <a:rPr lang="en-US" dirty="0"/>
              <a:t>. Watch the lecture though – there is a quiz on Thursday.</a:t>
            </a:r>
          </a:p>
          <a:p>
            <a:endParaRPr lang="en-US" dirty="0"/>
          </a:p>
          <a:p>
            <a:r>
              <a:rPr lang="en-US" dirty="0"/>
              <a:t>Thursday: </a:t>
            </a:r>
            <a:r>
              <a:rPr lang="en-US" b="1" dirty="0"/>
              <a:t>No in person class. </a:t>
            </a:r>
            <a:r>
              <a:rPr lang="en-US" dirty="0"/>
              <a:t>Take the open note quiz. Work on your ggplot2 assignment (due at midnight). </a:t>
            </a:r>
          </a:p>
        </p:txBody>
      </p:sp>
    </p:spTree>
    <p:extLst>
      <p:ext uri="{BB962C8B-B14F-4D97-AF65-F5344CB8AC3E}">
        <p14:creationId xmlns:p14="http://schemas.microsoft.com/office/powerpoint/2010/main" val="1958498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Exercises week 3 </a:t>
            </a:r>
            <a:r>
              <a:rPr lang="mr-IN" sz="3200" dirty="0"/>
              <a:t>–</a:t>
            </a:r>
            <a:r>
              <a:rPr lang="en-US" sz="3200" dirty="0"/>
              <a:t> type DONE and your repo name on canvas when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6479"/>
            <a:ext cx="10515600" cy="4751924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Construct a </a:t>
            </a:r>
            <a:r>
              <a:rPr lang="en-US" dirty="0" err="1"/>
              <a:t>ggplot</a:t>
            </a:r>
            <a:r>
              <a:rPr lang="en-US" dirty="0"/>
              <a:t> using your data. Explain what you are trying to show and some of the choices that you have made. (ANNOTATE THIS IN YOUR CODE).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Remember our lecture – be sure to honestly depict the </a:t>
            </a:r>
            <a:r>
              <a:rPr lang="en-US" dirty="0" err="1"/>
              <a:t>datapoints</a:t>
            </a:r>
            <a:r>
              <a:rPr lang="en-US" dirty="0"/>
              <a:t> (e.g. boxplots with points on them)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Advanced users: Add thematic elements and color to compose a publication worthy figure. Make more than 1 figure.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should put your code on GitHub. Make sure that the runs from beginning to end. You can test this by clearing your R workspace and running it from beginning to end.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Send to GITHUB: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Call your script file “week3_firstnamelastname.R”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your README to tell me how these things go together (e.g. I am making some plots of x, y, and z because I am interested in blah)</a:t>
            </a:r>
          </a:p>
          <a:p>
            <a:pPr marL="0" indent="0">
              <a:buNone/>
            </a:pPr>
            <a:r>
              <a:rPr lang="en-US" u="sng" dirty="0"/>
              <a:t>Reminders:</a:t>
            </a:r>
          </a:p>
          <a:p>
            <a:r>
              <a:rPr lang="en-US" dirty="0"/>
              <a:t>I will run your scripts and I want to understand them</a:t>
            </a:r>
          </a:p>
          <a:p>
            <a:r>
              <a:rPr lang="en-US" dirty="0"/>
              <a:t>Make sure any special packages that you call are included in your script!</a:t>
            </a:r>
          </a:p>
          <a:p>
            <a:r>
              <a:rPr lang="en-US" dirty="0"/>
              <a:t>Make sure you have set up your .</a:t>
            </a:r>
            <a:r>
              <a:rPr lang="en-US" dirty="0" err="1"/>
              <a:t>Rproj</a:t>
            </a:r>
            <a:r>
              <a:rPr lang="en-US" dirty="0"/>
              <a:t> file so that I can read in your data on my computer</a:t>
            </a:r>
          </a:p>
        </p:txBody>
      </p:sp>
    </p:spTree>
    <p:extLst>
      <p:ext uri="{BB962C8B-B14F-4D97-AF65-F5344CB8AC3E}">
        <p14:creationId xmlns:p14="http://schemas.microsoft.com/office/powerpoint/2010/main" val="43577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267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Next week</vt:lpstr>
      <vt:lpstr>Exercises week 3 – type DONE and your repo name on canvas when completed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housekeeping</dc:title>
  <dc:creator>Kate Langwig</dc:creator>
  <cp:lastModifiedBy>Kate Langwig</cp:lastModifiedBy>
  <cp:revision>24</cp:revision>
  <dcterms:created xsi:type="dcterms:W3CDTF">2018-01-31T15:40:39Z</dcterms:created>
  <dcterms:modified xsi:type="dcterms:W3CDTF">2026-02-16T19:55:34Z</dcterms:modified>
</cp:coreProperties>
</file>