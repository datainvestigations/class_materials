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"/>
  </p:notesMasterIdLst>
  <p:sldIdLst>
    <p:sldId id="259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88023"/>
  </p:normalViewPr>
  <p:slideViewPr>
    <p:cSldViewPr snapToGrid="0" snapToObjects="1">
      <p:cViewPr varScale="1">
        <p:scale>
          <a:sx n="105" d="100"/>
          <a:sy n="105" d="100"/>
        </p:scale>
        <p:origin x="864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7B06F9D-C771-424C-B7EB-7E8116EDAD2E}" type="datetimeFigureOut">
              <a:rPr lang="en-US" smtClean="0"/>
              <a:t>2/26/26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8A3F4D5-157F-B94A-A7B7-E426B82211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08614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A08DA6-A8C4-0140-9A74-6D7CB1FD260D}" type="datetimeFigureOut">
              <a:rPr lang="en-US" smtClean="0"/>
              <a:t>2/26/26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72EFDF-95B2-6446-9009-1CC3B6E88F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0103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A08DA6-A8C4-0140-9A74-6D7CB1FD260D}" type="datetimeFigureOut">
              <a:rPr lang="en-US" smtClean="0"/>
              <a:t>2/26/26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72EFDF-95B2-6446-9009-1CC3B6E88F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72796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A08DA6-A8C4-0140-9A74-6D7CB1FD260D}" type="datetimeFigureOut">
              <a:rPr lang="en-US" smtClean="0"/>
              <a:t>2/26/26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72EFDF-95B2-6446-9009-1CC3B6E88F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80063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A08DA6-A8C4-0140-9A74-6D7CB1FD260D}" type="datetimeFigureOut">
              <a:rPr lang="en-US" smtClean="0"/>
              <a:t>2/26/26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72EFDF-95B2-6446-9009-1CC3B6E88F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99267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A08DA6-A8C4-0140-9A74-6D7CB1FD260D}" type="datetimeFigureOut">
              <a:rPr lang="en-US" smtClean="0"/>
              <a:t>2/26/26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72EFDF-95B2-6446-9009-1CC3B6E88F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92258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A08DA6-A8C4-0140-9A74-6D7CB1FD260D}" type="datetimeFigureOut">
              <a:rPr lang="en-US" smtClean="0"/>
              <a:t>2/26/26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72EFDF-95B2-6446-9009-1CC3B6E88F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40573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A08DA6-A8C4-0140-9A74-6D7CB1FD260D}" type="datetimeFigureOut">
              <a:rPr lang="en-US" smtClean="0"/>
              <a:t>2/26/26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72EFDF-95B2-6446-9009-1CC3B6E88F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26100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A08DA6-A8C4-0140-9A74-6D7CB1FD260D}" type="datetimeFigureOut">
              <a:rPr lang="en-US" smtClean="0"/>
              <a:t>2/26/26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72EFDF-95B2-6446-9009-1CC3B6E88F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52225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A08DA6-A8C4-0140-9A74-6D7CB1FD260D}" type="datetimeFigureOut">
              <a:rPr lang="en-US" smtClean="0"/>
              <a:t>2/26/26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72EFDF-95B2-6446-9009-1CC3B6E88F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94930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A08DA6-A8C4-0140-9A74-6D7CB1FD260D}" type="datetimeFigureOut">
              <a:rPr lang="en-US" smtClean="0"/>
              <a:t>2/26/26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72EFDF-95B2-6446-9009-1CC3B6E88F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68924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A08DA6-A8C4-0140-9A74-6D7CB1FD260D}" type="datetimeFigureOut">
              <a:rPr lang="en-US" smtClean="0"/>
              <a:t>2/26/26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72EFDF-95B2-6446-9009-1CC3B6E88F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81091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A08DA6-A8C4-0140-9A74-6D7CB1FD260D}" type="datetimeFigureOut">
              <a:rPr lang="en-US" smtClean="0"/>
              <a:t>2/26/26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B72EFDF-95B2-6446-9009-1CC3B6E88F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712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E5F0DC-BD99-E44F-A12B-5CD6EEB4C2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Next week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7F5B71-35C9-204C-957D-16017D1583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Tuesday: Recorded lecture! </a:t>
            </a:r>
            <a:r>
              <a:rPr lang="en-US" u="sng" dirty="0"/>
              <a:t>No in-person class</a:t>
            </a:r>
            <a:r>
              <a:rPr lang="en-US" dirty="0"/>
              <a:t>. Watch the lecture though – there is a quiz on Thursday.</a:t>
            </a:r>
          </a:p>
          <a:p>
            <a:endParaRPr lang="en-US" dirty="0"/>
          </a:p>
          <a:p>
            <a:r>
              <a:rPr lang="en-US" dirty="0"/>
              <a:t>Thursday: </a:t>
            </a:r>
            <a:r>
              <a:rPr lang="en-US" b="1" dirty="0"/>
              <a:t>No in person class. </a:t>
            </a:r>
            <a:r>
              <a:rPr lang="en-US" dirty="0"/>
              <a:t>Take the open note quiz. Work on your ggplot2 assignment (due at midnight). </a:t>
            </a:r>
          </a:p>
        </p:txBody>
      </p:sp>
    </p:spTree>
    <p:extLst>
      <p:ext uri="{BB962C8B-B14F-4D97-AF65-F5344CB8AC3E}">
        <p14:creationId xmlns:p14="http://schemas.microsoft.com/office/powerpoint/2010/main" val="19584984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200" dirty="0"/>
              <a:t>Exercises week 6 </a:t>
            </a:r>
            <a:r>
              <a:rPr lang="mr-IN" sz="3200" dirty="0"/>
              <a:t>–</a:t>
            </a:r>
            <a:r>
              <a:rPr lang="en-US" sz="3200" dirty="0"/>
              <a:t> type DONE and your repo name on canvas when completed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516479"/>
            <a:ext cx="10515600" cy="4751924"/>
          </a:xfrm>
        </p:spPr>
        <p:txBody>
          <a:bodyPr>
            <a:normAutofit fontScale="70000" lnSpcReduction="2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Construct a </a:t>
            </a:r>
            <a:r>
              <a:rPr lang="en-US" dirty="0" err="1"/>
              <a:t>ggplot</a:t>
            </a:r>
            <a:r>
              <a:rPr lang="en-US" dirty="0"/>
              <a:t> using your data. Explain what you are trying to show and some of the choices that you have made. (ANNOTATE THIS IN YOUR CODE).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Remember our lecture – be sure to honestly depict the </a:t>
            </a:r>
            <a:r>
              <a:rPr lang="en-US" dirty="0" err="1"/>
              <a:t>datapoints</a:t>
            </a:r>
            <a:r>
              <a:rPr lang="en-US" dirty="0"/>
              <a:t> (e.g. boxplots with points on them)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Advanced users: Add thematic elements and color to compose a publication worthy figure. Make more than 1 figure.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You should put your code on GitHub. Make sure that the runs from beginning to end. You can test this by clearing your R workspace and running it from beginning to end.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Send to GITHUB: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Call your script file “week6_firstnamelastname.R”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Update your README to tell me how these things go together (e.g. I am making some plots of x, y, and z because I am interested in blah)</a:t>
            </a:r>
          </a:p>
          <a:p>
            <a:pPr marL="0" indent="0">
              <a:buNone/>
            </a:pPr>
            <a:r>
              <a:rPr lang="en-US" u="sng" dirty="0"/>
              <a:t>Reminders:</a:t>
            </a:r>
          </a:p>
          <a:p>
            <a:r>
              <a:rPr lang="en-US" dirty="0"/>
              <a:t>I will run your scripts and I want to understand them</a:t>
            </a:r>
          </a:p>
          <a:p>
            <a:r>
              <a:rPr lang="en-US" dirty="0"/>
              <a:t>Make sure any special packages that you call are included in your script!</a:t>
            </a:r>
          </a:p>
          <a:p>
            <a:r>
              <a:rPr lang="en-US" dirty="0"/>
              <a:t>Make sure you have set up your .</a:t>
            </a:r>
            <a:r>
              <a:rPr lang="en-US" dirty="0" err="1"/>
              <a:t>Rproj</a:t>
            </a:r>
            <a:r>
              <a:rPr lang="en-US" dirty="0"/>
              <a:t> file so that I can read in your data on my computer</a:t>
            </a:r>
          </a:p>
        </p:txBody>
      </p:sp>
    </p:spTree>
    <p:extLst>
      <p:ext uri="{BB962C8B-B14F-4D97-AF65-F5344CB8AC3E}">
        <p14:creationId xmlns:p14="http://schemas.microsoft.com/office/powerpoint/2010/main" val="43577424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397</TotalTime>
  <Words>267</Words>
  <Application>Microsoft Macintosh PowerPoint</Application>
  <PresentationFormat>Widescreen</PresentationFormat>
  <Paragraphs>16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Next week</vt:lpstr>
      <vt:lpstr>Exercises week 6 – type DONE and your repo name on canvas when completed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Github housekeeping</dc:title>
  <dc:creator>Kate Langwig</dc:creator>
  <cp:lastModifiedBy>Kate Langwig</cp:lastModifiedBy>
  <cp:revision>25</cp:revision>
  <dcterms:created xsi:type="dcterms:W3CDTF">2018-01-31T15:40:39Z</dcterms:created>
  <dcterms:modified xsi:type="dcterms:W3CDTF">2026-02-26T17:49:44Z</dcterms:modified>
</cp:coreProperties>
</file>