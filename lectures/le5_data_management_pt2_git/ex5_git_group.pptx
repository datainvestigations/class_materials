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2"/>
  </p:normalViewPr>
  <p:slideViewPr>
    <p:cSldViewPr snapToGrid="0">
      <p:cViewPr varScale="1">
        <p:scale>
          <a:sx n="114" d="100"/>
          <a:sy n="114"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1FBF-2D12-561B-5AB4-5B12BA60F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96E156-3DBF-866A-2C79-0F7A93A444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76FF3D-1EEF-D68A-CD31-5C8143FD0A0E}"/>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5" name="Footer Placeholder 4">
            <a:extLst>
              <a:ext uri="{FF2B5EF4-FFF2-40B4-BE49-F238E27FC236}">
                <a16:creationId xmlns:a16="http://schemas.microsoft.com/office/drawing/2014/main" id="{061158BF-3A4C-241D-CF10-EF59477783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719DA-2330-1571-C7F5-1DA54E8F4D30}"/>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1939822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EAC5D-4597-5B43-B46E-B85FBD91DF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8288FF-26E4-D28A-8ECC-D69E6FE852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EED5E-318B-FD7A-934A-7058CE295C6F}"/>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5" name="Footer Placeholder 4">
            <a:extLst>
              <a:ext uri="{FF2B5EF4-FFF2-40B4-BE49-F238E27FC236}">
                <a16:creationId xmlns:a16="http://schemas.microsoft.com/office/drawing/2014/main" id="{E84E507E-3018-0DF3-373C-96059EEDD6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176A8-1EC6-E5EC-6CD4-DA30271241B8}"/>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4071934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D2877-9401-82B1-D697-EAC78B12CB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F8B88D-8264-006F-77A2-01D796FD12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268BED-53DB-571D-6296-DA848C48D6A1}"/>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5" name="Footer Placeholder 4">
            <a:extLst>
              <a:ext uri="{FF2B5EF4-FFF2-40B4-BE49-F238E27FC236}">
                <a16:creationId xmlns:a16="http://schemas.microsoft.com/office/drawing/2014/main" id="{AA63D0AB-0A04-F5E6-77F6-D3D215F62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BD33E-CDC9-4111-0DFF-ECC6B688C755}"/>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3606269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7D342-EF36-EE64-553D-783AD09A9F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C2438E-3D11-E888-1A07-0519D4F5A9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D6769F-FCE5-9CB8-5D47-3824325A20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4F5115-0BF4-45F7-C311-8E6C460BF05C}"/>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6" name="Footer Placeholder 5">
            <a:extLst>
              <a:ext uri="{FF2B5EF4-FFF2-40B4-BE49-F238E27FC236}">
                <a16:creationId xmlns:a16="http://schemas.microsoft.com/office/drawing/2014/main" id="{50BF9A92-4CDB-78DE-F5D5-D17CA4A07C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7B43E9-F525-FE76-5E4F-D2A2BA1DD823}"/>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1858886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CECA-A07C-7D27-63FA-C490F40826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7C93F-706C-8898-EACB-79A8CCC011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FD5269-81C9-DDC6-A7E2-AEB37B405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D78BAF-40E9-8D1D-788B-F0454A2B4F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0E089D-1CE1-19AD-5267-01241A935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10D9E7-1412-7C23-4EFE-3D323B384AAE}"/>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8" name="Footer Placeholder 7">
            <a:extLst>
              <a:ext uri="{FF2B5EF4-FFF2-40B4-BE49-F238E27FC236}">
                <a16:creationId xmlns:a16="http://schemas.microsoft.com/office/drawing/2014/main" id="{0333A080-521D-9F25-9EB9-FDCDC78C31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4D4059-D8C6-72E5-CA6C-69A890043755}"/>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1647120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4D420-8C74-49FF-A4CA-4547D8B29B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D8059D-768F-8B4A-9CAF-F67F13F68E42}"/>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4" name="Footer Placeholder 3">
            <a:extLst>
              <a:ext uri="{FF2B5EF4-FFF2-40B4-BE49-F238E27FC236}">
                <a16:creationId xmlns:a16="http://schemas.microsoft.com/office/drawing/2014/main" id="{C7FFACF4-3D0E-603D-7698-279496D63C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40FDBF-1323-91AD-7DA1-7AB748C82A5E}"/>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3277508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BC7630-0370-BCB3-578A-2221422668EA}"/>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3" name="Footer Placeholder 2">
            <a:extLst>
              <a:ext uri="{FF2B5EF4-FFF2-40B4-BE49-F238E27FC236}">
                <a16:creationId xmlns:a16="http://schemas.microsoft.com/office/drawing/2014/main" id="{ABC4C35B-4400-BB0E-9648-86E3AB13FC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278EB-42ED-DC92-F923-F1E5A7C05820}"/>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3752566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0842-17EF-7E86-2627-45697DBED2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3CF96A-E815-2199-6F2F-97D14C3C37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B333C8-126E-1473-FA86-F56EB2E4F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25FB7D-DB2B-47F4-1799-88E3021855A7}"/>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6" name="Footer Placeholder 5">
            <a:extLst>
              <a:ext uri="{FF2B5EF4-FFF2-40B4-BE49-F238E27FC236}">
                <a16:creationId xmlns:a16="http://schemas.microsoft.com/office/drawing/2014/main" id="{F317EEF9-53A9-5FDE-5AB9-B3C1717B76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7A98A-6647-FEC8-CCE1-DCF874669C77}"/>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3424197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5C9FB-CEDD-76D1-BEC1-1CB679521A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0D2D3A-AD6F-1215-4563-C1DA2606E1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11A3EB-61F6-34BA-1593-96865F5CE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B0E73-99CA-7298-6BBB-4FB3E000C16A}"/>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6" name="Footer Placeholder 5">
            <a:extLst>
              <a:ext uri="{FF2B5EF4-FFF2-40B4-BE49-F238E27FC236}">
                <a16:creationId xmlns:a16="http://schemas.microsoft.com/office/drawing/2014/main" id="{2767AAF4-CB4E-015F-D3F1-FE727E354C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8FFA6B-46E8-4ED2-2735-3C1BEF3A5F05}"/>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207553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3852B-8096-FF4B-78D7-C34B9F3477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B5D510-5D36-05EC-87A3-0085202658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528EE5-206D-2433-F610-8DB335597B05}"/>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5" name="Footer Placeholder 4">
            <a:extLst>
              <a:ext uri="{FF2B5EF4-FFF2-40B4-BE49-F238E27FC236}">
                <a16:creationId xmlns:a16="http://schemas.microsoft.com/office/drawing/2014/main" id="{AC1ECA0E-45F8-2110-8A9A-145E37D18A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0A23F-0A58-88A6-FF26-5E4000F1D7A1}"/>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1678830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4444F7-9D64-285C-2891-FE8A995354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782F03-CFA9-A65C-4D69-B07F6B62FF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A9840-1DFF-FD17-F2F6-394864D7F67F}"/>
              </a:ext>
            </a:extLst>
          </p:cNvPr>
          <p:cNvSpPr>
            <a:spLocks noGrp="1"/>
          </p:cNvSpPr>
          <p:nvPr>
            <p:ph type="dt" sz="half" idx="10"/>
          </p:nvPr>
        </p:nvSpPr>
        <p:spPr/>
        <p:txBody>
          <a:bodyPr/>
          <a:lstStyle/>
          <a:p>
            <a:fld id="{71A9CD49-DC24-0C4C-A6F7-CAB481F9A6BB}" type="datetimeFigureOut">
              <a:rPr lang="en-US" smtClean="0"/>
              <a:t>2/18/26</a:t>
            </a:fld>
            <a:endParaRPr lang="en-US"/>
          </a:p>
        </p:txBody>
      </p:sp>
      <p:sp>
        <p:nvSpPr>
          <p:cNvPr id="5" name="Footer Placeholder 4">
            <a:extLst>
              <a:ext uri="{FF2B5EF4-FFF2-40B4-BE49-F238E27FC236}">
                <a16:creationId xmlns:a16="http://schemas.microsoft.com/office/drawing/2014/main" id="{95588193-8A46-4475-C5D0-EDB7B95714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BE50D6-0FE9-4B8D-5790-AA3F3EBFD35B}"/>
              </a:ext>
            </a:extLst>
          </p:cNvPr>
          <p:cNvSpPr>
            <a:spLocks noGrp="1"/>
          </p:cNvSpPr>
          <p:nvPr>
            <p:ph type="sldNum" sz="quarter" idx="12"/>
          </p:nvPr>
        </p:nvSpPr>
        <p:spPr/>
        <p:txBody>
          <a:bodyPr/>
          <a:lstStyle/>
          <a:p>
            <a:fld id="{B22A36AC-7C34-7B42-8AC8-6FB8B9F46FE8}" type="slidenum">
              <a:rPr lang="en-US" smtClean="0"/>
              <a:t>‹#›</a:t>
            </a:fld>
            <a:endParaRPr lang="en-US"/>
          </a:p>
        </p:txBody>
      </p:sp>
    </p:spTree>
    <p:extLst>
      <p:ext uri="{BB962C8B-B14F-4D97-AF65-F5344CB8AC3E}">
        <p14:creationId xmlns:p14="http://schemas.microsoft.com/office/powerpoint/2010/main" val="3805052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981D33-F0E3-34FD-F30E-02B777874B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C8B0DC-6C5D-ED54-B24D-06A3F31106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F0C9FD-6618-F3CA-40FD-77EC8A07CD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A9CD49-DC24-0C4C-A6F7-CAB481F9A6BB}" type="datetimeFigureOut">
              <a:rPr lang="en-US" smtClean="0"/>
              <a:t>2/18/26</a:t>
            </a:fld>
            <a:endParaRPr lang="en-US"/>
          </a:p>
        </p:txBody>
      </p:sp>
      <p:sp>
        <p:nvSpPr>
          <p:cNvPr id="5" name="Footer Placeholder 4">
            <a:extLst>
              <a:ext uri="{FF2B5EF4-FFF2-40B4-BE49-F238E27FC236}">
                <a16:creationId xmlns:a16="http://schemas.microsoft.com/office/drawing/2014/main" id="{CB4ED0CD-2358-60A7-A1E9-B5E49EC93B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0B2CEB-A5C5-3D8D-D51C-0368AC2127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2A36AC-7C34-7B42-8AC8-6FB8B9F46FE8}" type="slidenum">
              <a:rPr lang="en-US" smtClean="0"/>
              <a:t>‹#›</a:t>
            </a:fld>
            <a:endParaRPr lang="en-US"/>
          </a:p>
        </p:txBody>
      </p:sp>
    </p:spTree>
    <p:extLst>
      <p:ext uri="{BB962C8B-B14F-4D97-AF65-F5344CB8AC3E}">
        <p14:creationId xmlns:p14="http://schemas.microsoft.com/office/powerpoint/2010/main" val="3774312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blog.datadryad.org/2025/09/09/whats-in-a-readme-why-your-readme-matters-and-how-to-create-the-best-one-possible/?gad_source=1&amp;gad_campaignid=23383334588&amp;gbraid=0AAAAAo-wRmddgCYMlVr7cJe-AZ7BXyWqS&amp;gclid=CjwKCAiAncvMBhBEEiwA9GU_fjEX0b8tLFvCz7MAvAJbdhsM8t0nsuk7xuTKbt70v3t7hAV9wCDXGRoCctgQAvD_Bw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1B22B-BA46-6145-D866-3409A586B80A}"/>
              </a:ext>
            </a:extLst>
          </p:cNvPr>
          <p:cNvSpPr>
            <a:spLocks noGrp="1"/>
          </p:cNvSpPr>
          <p:nvPr>
            <p:ph type="ctrTitle"/>
          </p:nvPr>
        </p:nvSpPr>
        <p:spPr/>
        <p:txBody>
          <a:bodyPr/>
          <a:lstStyle/>
          <a:p>
            <a:r>
              <a:rPr lang="en-US" dirty="0"/>
              <a:t>Week 5 – Git, group assignment</a:t>
            </a:r>
          </a:p>
        </p:txBody>
      </p:sp>
      <p:sp>
        <p:nvSpPr>
          <p:cNvPr id="3" name="Subtitle 2">
            <a:extLst>
              <a:ext uri="{FF2B5EF4-FFF2-40B4-BE49-F238E27FC236}">
                <a16:creationId xmlns:a16="http://schemas.microsoft.com/office/drawing/2014/main" id="{28AEA5ED-02E6-F0FE-4D7E-C5D9CA428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8471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68D95-A4C8-A52B-F53A-311A54D6D613}"/>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0D073817-3346-19D5-57B8-6B919C04C4E8}"/>
              </a:ext>
            </a:extLst>
          </p:cNvPr>
          <p:cNvSpPr>
            <a:spLocks noGrp="1"/>
          </p:cNvSpPr>
          <p:nvPr>
            <p:ph idx="1"/>
          </p:nvPr>
        </p:nvSpPr>
        <p:spPr/>
        <p:txBody>
          <a:bodyPr/>
          <a:lstStyle/>
          <a:p>
            <a:r>
              <a:rPr lang="en-US" dirty="0"/>
              <a:t>We had an important day connecting R and Git and </a:t>
            </a:r>
            <a:r>
              <a:rPr lang="en-US" dirty="0" err="1"/>
              <a:t>Github</a:t>
            </a:r>
            <a:r>
              <a:rPr lang="en-US" dirty="0"/>
              <a:t> on Tuesday. If you missed class, it is essential that you carefully follow the steps in the lecture or you will not be able to hand in your assignment. </a:t>
            </a:r>
          </a:p>
          <a:p>
            <a:endParaRPr lang="en-US" dirty="0"/>
          </a:p>
          <a:p>
            <a:r>
              <a:rPr lang="en-US" dirty="0"/>
              <a:t>Schedule:</a:t>
            </a:r>
          </a:p>
          <a:p>
            <a:pPr lvl="1"/>
            <a:r>
              <a:rPr lang="en-US" dirty="0"/>
              <a:t>Next week: Tues – data viz, Thurs: working on data viz</a:t>
            </a:r>
          </a:p>
          <a:p>
            <a:pPr lvl="1"/>
            <a:r>
              <a:rPr lang="en-US" dirty="0"/>
              <a:t>Week after: March 3 Tues – recorded lecture, no in-person class</a:t>
            </a:r>
          </a:p>
          <a:p>
            <a:pPr lvl="7"/>
            <a:r>
              <a:rPr lang="en-US" dirty="0"/>
              <a:t>Thurs – no class, quiz instead</a:t>
            </a:r>
          </a:p>
          <a:p>
            <a:pPr lvl="1"/>
            <a:endParaRPr lang="en-US" dirty="0"/>
          </a:p>
        </p:txBody>
      </p:sp>
    </p:spTree>
    <p:extLst>
      <p:ext uri="{BB962C8B-B14F-4D97-AF65-F5344CB8AC3E}">
        <p14:creationId xmlns:p14="http://schemas.microsoft.com/office/powerpoint/2010/main" val="1098077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857F1-82B4-F173-B61A-840B639AB7E5}"/>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6681659C-C3D3-0383-A97D-2077B148B84A}"/>
              </a:ext>
            </a:extLst>
          </p:cNvPr>
          <p:cNvSpPr>
            <a:spLocks noGrp="1"/>
          </p:cNvSpPr>
          <p:nvPr>
            <p:ph idx="1"/>
          </p:nvPr>
        </p:nvSpPr>
        <p:spPr/>
        <p:txBody>
          <a:bodyPr>
            <a:normAutofit fontScale="70000" lnSpcReduction="20000"/>
          </a:bodyPr>
          <a:lstStyle/>
          <a:p>
            <a:r>
              <a:rPr lang="en-US" dirty="0"/>
              <a:t>(1) Create one REPO for your project inside the </a:t>
            </a:r>
            <a:r>
              <a:rPr lang="en-US" dirty="0" err="1"/>
              <a:t>DataInvestigations</a:t>
            </a:r>
            <a:r>
              <a:rPr lang="en-US" dirty="0"/>
              <a:t> Organization account. </a:t>
            </a:r>
            <a:r>
              <a:rPr lang="en-US" b="1" dirty="0"/>
              <a:t>Be sure to give me access as well as all the members of your group!</a:t>
            </a:r>
            <a:r>
              <a:rPr lang="en-US" dirty="0"/>
              <a:t> You will need to decide on one student to lead the creation of the repository from their computer. </a:t>
            </a:r>
          </a:p>
          <a:p>
            <a:r>
              <a:rPr lang="en-US" dirty="0"/>
              <a:t>(2) Create a README for your account that includes a bit of information about your project (a paragraph is good and you can use/edit the one from your annotated bibliography). See this </a:t>
            </a:r>
            <a:r>
              <a:rPr lang="en-US" u="sng" dirty="0">
                <a:hlinkClick r:id="rId2"/>
              </a:rPr>
              <a:t>fileLinks to an external site.</a:t>
            </a:r>
            <a:r>
              <a:rPr lang="en-US" dirty="0"/>
              <a:t> and the examples for how to write a good README. </a:t>
            </a:r>
          </a:p>
          <a:p>
            <a:r>
              <a:rPr lang="en-US" dirty="0"/>
              <a:t>(3) You should add the </a:t>
            </a:r>
            <a:r>
              <a:rPr lang="en-US" b="1" dirty="0"/>
              <a:t>relevant </a:t>
            </a:r>
            <a:r>
              <a:rPr lang="en-US" dirty="0"/>
              <a:t>data files to the repo. </a:t>
            </a:r>
          </a:p>
          <a:p>
            <a:r>
              <a:rPr lang="en-US" dirty="0"/>
              <a:t>(4) Describe the columns in the readme and what each of them means </a:t>
            </a:r>
            <a:r>
              <a:rPr lang="en-US" b="1" dirty="0"/>
              <a:t>or</a:t>
            </a:r>
            <a:r>
              <a:rPr lang="en-US" dirty="0"/>
              <a:t> create a data dictionary file in excel, and reference it in your README and add it to your repo. If you don't know what the columns are, check READMEs for other relevant projects or ask your teacher for help. </a:t>
            </a:r>
          </a:p>
          <a:p>
            <a:r>
              <a:rPr lang="en-US" dirty="0"/>
              <a:t>(5) Include in your repository, </a:t>
            </a:r>
            <a:r>
              <a:rPr lang="en-US" b="1" dirty="0"/>
              <a:t>one</a:t>
            </a:r>
            <a:r>
              <a:rPr lang="en-US" dirty="0"/>
              <a:t> script that makes a summary table for one of your key variables using </a:t>
            </a:r>
            <a:r>
              <a:rPr lang="en-US" i="1" dirty="0" err="1"/>
              <a:t>summarise</a:t>
            </a:r>
            <a:r>
              <a:rPr lang="en-US" dirty="0"/>
              <a:t>. You may take this from your individual assignments, but be sure it pertains to the one of the questions you are asking as outlined in your paragraph at the top of the README. Ensure that your script (1) reads in the data, (2) makes the summary table, (3) runs from beginning to end with no errors.</a:t>
            </a:r>
          </a:p>
          <a:p>
            <a:r>
              <a:rPr lang="en-US" dirty="0"/>
              <a:t>When you have completed this assignment, type the name of repo in the text box below.</a:t>
            </a:r>
          </a:p>
          <a:p>
            <a:endParaRPr lang="en-US" dirty="0"/>
          </a:p>
        </p:txBody>
      </p:sp>
    </p:spTree>
    <p:extLst>
      <p:ext uri="{BB962C8B-B14F-4D97-AF65-F5344CB8AC3E}">
        <p14:creationId xmlns:p14="http://schemas.microsoft.com/office/powerpoint/2010/main" val="1684208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375</Words>
  <Application>Microsoft Macintosh PowerPoint</Application>
  <PresentationFormat>Widescreen</PresentationFormat>
  <Paragraphs>15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Week 5 – Git, group assignment</vt:lpstr>
      <vt:lpstr>Housekeeping</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Langwig</dc:creator>
  <cp:lastModifiedBy>Kate Langwig</cp:lastModifiedBy>
  <cp:revision>3</cp:revision>
  <dcterms:created xsi:type="dcterms:W3CDTF">2026-02-18T20:05:53Z</dcterms:created>
  <dcterms:modified xsi:type="dcterms:W3CDTF">2026-02-18T21:09:28Z</dcterms:modified>
</cp:coreProperties>
</file>