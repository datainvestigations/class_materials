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7" r:id="rId2"/>
    <p:sldId id="2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33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7AA6-3492-C44A-2C2B-D70B4597F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A2C41-C998-855A-6E06-6FF0865C2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11986-FC63-405B-F469-FC0C26DE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0939-49E3-D2BD-9246-1651CF25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882E6-DF3F-8B71-0806-84D6396F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74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C7AD-401C-AEED-C378-22F590D26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D6720-0B1A-FD69-0CF6-B5F83F81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0E96-C0AD-C52A-70E5-3C702B80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9D3A4-5F7D-879C-E36C-C9876694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4FFFB-5B05-5CFE-8ED4-F5ED1C14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2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F534-B9B5-3A95-BBB9-4325EB59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6C434-DA0D-4F2A-850C-421A8C710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8D2E3-A8F8-53AA-3919-11D5210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82C97-E30B-568C-700D-958CF230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8C633-FC89-A854-243C-9F487CE2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7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B941-8069-6030-FC84-89E77D35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38A9-73F4-914F-0A52-EEA29F3CF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E6A38-0A07-6F3B-9472-669C0419C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ACA52-AFB7-5E73-A678-7A320CA9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BA2F-6085-12E0-0023-E42E77F4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2CE5B-FA6A-EC31-F9FA-23171090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5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D961-0C08-2F4F-E0A6-BBAD19E5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1A4AB-2B31-4499-4FEC-E61175D89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7DC26-70F0-CEC7-2F7E-EE31978D2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2E41B-F9B3-210A-2825-E385F1EBF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4D301-B17B-524F-871D-BD59A92F6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6C66A-6E1F-07AE-9A37-BE204F6E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B3F0D-6160-1DFF-5841-D24ECFAF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43496-4235-7C00-C06F-2D2BC1AA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6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10CD-B33D-87A9-CA89-95D0FA1E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078AB8-BA27-3048-6B9B-4A036AD6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1207E-DED3-13FF-6473-E992AD19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2FFA3-0644-6B99-43CC-F42A4606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881E2-C1F7-2B82-5C0F-95C20704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E81D7C-93E2-3E3D-1E81-67762B648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23138-36EF-0426-5EBF-CE1E8502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6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25C9-E393-9211-B600-E0D2FAF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CD60-0739-0A3D-70AA-2F4F59144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05DA4-2E2D-F7DB-4A5B-B861309BD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B2B8C-5E24-6A95-E471-BE530FDC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5BF86-B960-E2DB-F349-C85CFB59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5F041-574D-7CDA-A83D-780577C3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338A-B834-AC92-8D89-D5E169E0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0415B-108F-B0E7-FFAD-ED9B6BC7B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8C336-6AC2-C255-F900-C110B305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83F9C-AE5A-F2F8-A6A9-D3EC096C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E0DF2-3926-FF9C-EF62-D121ABEE2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C3FF1-A794-8968-DDDA-6D3C489D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2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A795-2E5E-BFCA-2AC9-4E332840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43F4D-13C4-6CF3-03B0-17601E195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67D6D-A9DD-97DE-F6B1-52D28630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B4B2B-2972-DBB0-7030-AC13513A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21E63-01FC-177D-BAD7-2A786D9F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8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40A1A-F3C2-821C-72B3-ACDE3F938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B97C2-9EA9-00B7-01A8-6C63EC890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CB79-B011-E5E2-CD3B-88A80919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0EE91-B7EB-760C-916B-A71617D9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9A66-1E6B-EF1A-0637-9552B184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2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8FB9A0-D389-F597-047A-5DEC2E73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744F1-25C6-B28F-B2B5-A3EE04B40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C5F7-0F9B-3B93-150A-012E70615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179FC-8802-B642-80C7-AFB4BAACB47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D3FB-C732-39D4-F5B6-7A1394414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0C667-EEA9-4703-E067-59DAC27AD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01635-CCF4-454C-B660-9E31FF06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0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19F8-6657-194A-8791-2C7DCECB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CB1DA-8DDB-BE41-8F82-969C13ECE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Presentations – in class on Thurs. You will use your own computers. </a:t>
            </a:r>
          </a:p>
          <a:p>
            <a:endParaRPr lang="en-US" dirty="0"/>
          </a:p>
          <a:p>
            <a:r>
              <a:rPr lang="en-US" dirty="0"/>
              <a:t>Final write up due May 7 at 11:59 PM</a:t>
            </a:r>
          </a:p>
        </p:txBody>
      </p:sp>
    </p:spTree>
    <p:extLst>
      <p:ext uri="{BB962C8B-B14F-4D97-AF65-F5344CB8AC3E}">
        <p14:creationId xmlns:p14="http://schemas.microsoft.com/office/powerpoint/2010/main" val="249139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A425-7366-CE4F-9555-E96F8210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SPOT 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E31D-764F-AE4A-B180-12E3B57F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SPOT surveys are available on Canvas</a:t>
            </a:r>
          </a:p>
          <a:p>
            <a:pPr lvl="1"/>
            <a:r>
              <a:rPr lang="en-US" dirty="0"/>
              <a:t>+5 for everyone on final project if 7/8 complete</a:t>
            </a:r>
          </a:p>
          <a:p>
            <a:endParaRPr lang="en-US" dirty="0"/>
          </a:p>
          <a:p>
            <a:r>
              <a:rPr lang="en-US" dirty="0"/>
              <a:t>Please complete these as it helps me both justify and improve the course</a:t>
            </a:r>
          </a:p>
          <a:p>
            <a:endParaRPr lang="en-US" dirty="0"/>
          </a:p>
          <a:p>
            <a:r>
              <a:rPr lang="en-US" dirty="0"/>
              <a:t>There are also super important for faculty evaluations. My review committee will actually read your comments!</a:t>
            </a:r>
          </a:p>
          <a:p>
            <a:pPr lvl="1"/>
            <a:r>
              <a:rPr lang="en-US" dirty="0"/>
              <a:t>Yes…all of them….</a:t>
            </a:r>
          </a:p>
        </p:txBody>
      </p:sp>
    </p:spTree>
    <p:extLst>
      <p:ext uri="{BB962C8B-B14F-4D97-AF65-F5344CB8AC3E}">
        <p14:creationId xmlns:p14="http://schemas.microsoft.com/office/powerpoint/2010/main" val="19777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79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Housekeeping</vt:lpstr>
      <vt:lpstr>SPOT surveys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Langwig</dc:creator>
  <cp:lastModifiedBy>Kate Langwig</cp:lastModifiedBy>
  <cp:revision>1</cp:revision>
  <dcterms:created xsi:type="dcterms:W3CDTF">2026-04-28T16:26:17Z</dcterms:created>
  <dcterms:modified xsi:type="dcterms:W3CDTF">2026-04-28T16:41:33Z</dcterms:modified>
</cp:coreProperties>
</file>